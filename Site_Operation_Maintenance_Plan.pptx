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Site Operation &amp; Maintenance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Plan for Effective Site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Site Visit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 daily Zone Technical Round will be conducted from 08:00 AM to 11:00 AM.</a:t>
            </a:r>
          </a:p>
          <a:p>
            <a:pPr/>
            <a:r>
              <a:t>Fault findings identified during the round will be assigned to the respective Supervisors.</a:t>
            </a:r>
          </a:p>
          <a:p>
            <a:pPr/>
            <a:r>
              <a:t>Supervisors are responsible for ensuring completion within the specified timeline.</a:t>
            </a:r>
          </a:p>
          <a:p>
            <a:pPr/>
            <a:r>
              <a:t>In case of any pending tasks, the Supervisor must provide the reason for the delay.</a:t>
            </a:r>
          </a:p>
          <a:p>
            <a:pPr/>
            <a:r>
              <a:t>If materials are required, they must be noted and arranged promptly to avoid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Planned Preventive Maintenance (PPM)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Monitor daily PPM tasks and collect reports on a daily basis.</a:t>
            </a:r>
          </a:p>
          <a:p>
            <a:pPr/>
            <a:r>
              <a:t>Ensure major PPM activities are pre-planned with proper arrangements (manpower, materials, tools, safety permits).</a:t>
            </a:r>
          </a:p>
          <a:p>
            <a:pPr/>
            <a:r>
              <a:t>Track progress and verify timely completion of PPM activities.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Team Arrangement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Each Zone/Building will have a dedicated PPM team with manpower assigned as per requirement.</a:t>
            </a:r>
          </a:p>
          <a:p>
            <a:pPr/>
            <a:r>
              <a:t>A separate Complaint Attending Team will handle daily breakdowns and urgent issues without affecting PPM schedules.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Feedback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Zone-wise Supervisors must submit:</a:t>
            </a:r>
          </a:p>
          <a:p>
            <a:pPr/>
            <a:r>
              <a:t>- A daily ground complaint report.</a:t>
            </a:r>
          </a:p>
          <a:p>
            <a:pPr/>
            <a:r>
              <a:t>- Feedback on technician performance and task completion.</a:t>
            </a:r>
          </a:p>
          <a:p>
            <a:pPr/>
            <a:r>
              <a:t>Reports should be submitted by the end of each working day to ensure accountability.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Material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Supervisors must raise material requests on the same day when requirements are identified.</a:t>
            </a:r>
          </a:p>
          <a:p>
            <a:pPr/>
            <a:r>
              <a:t>Requests should be reviewed, approved, and materials arranged promptly to avoid delays in work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Suggestions &amp; 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Supervisors are encouraged to share suggestions and feedback for improving work execution.</a:t>
            </a:r>
          </a:p>
          <a:p>
            <a:pPr/>
            <a:r>
              <a:t>Constructive inputs will be reviewed during weekly coordination meetings and implemented for better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